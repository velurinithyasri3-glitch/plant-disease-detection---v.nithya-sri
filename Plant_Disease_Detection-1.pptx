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Disease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Project Presentation</a:t>
            </a:r>
          </a:p>
          <a:p>
            <a:r>
              <a:t>Computer Science / AI Based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Plant diseases reduce crop yield</a:t>
            </a:r>
          </a:p>
          <a:p>
            <a:r>
              <a:t>• Early detection is very important</a:t>
            </a:r>
          </a:p>
          <a:p>
            <a:r>
              <a:t>• AI and Image Processing can help</a:t>
            </a:r>
          </a:p>
          <a:p>
            <a:r>
              <a:t>• Farmers can take quick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disease detection is slow</a:t>
            </a:r>
          </a:p>
          <a:p>
            <a:r>
              <a:t>• Requires expert knowledge</a:t>
            </a:r>
          </a:p>
          <a:p>
            <a:r>
              <a:t>• Not always accurate</a:t>
            </a:r>
          </a:p>
          <a:p>
            <a:r>
              <a:t>• Need automated detection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plant diseases using images</a:t>
            </a:r>
          </a:p>
          <a:p>
            <a:r>
              <a:t>• Use Machine Learning / Deep Learning</a:t>
            </a:r>
          </a:p>
          <a:p>
            <a:r>
              <a:t>• Provide fast and accurate results</a:t>
            </a:r>
          </a:p>
          <a:p>
            <a:r>
              <a:t>• Help farmers and agriculture sector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Machine Learning</a:t>
            </a:r>
          </a:p>
          <a:p>
            <a:r>
              <a:t>• Convolutional Neural Networks</a:t>
            </a:r>
          </a:p>
          <a:p>
            <a:r>
              <a:t>• Image Processing</a:t>
            </a:r>
          </a:p>
          <a:p>
            <a:r>
              <a:t>• Dataset of plant leaves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 leaf image dataset</a:t>
            </a:r>
          </a:p>
          <a:p>
            <a:r>
              <a:t>• Preprocess images</a:t>
            </a:r>
          </a:p>
          <a:p>
            <a:r>
              <a:t>• Train ML/DL model</a:t>
            </a:r>
          </a:p>
          <a:p>
            <a:r>
              <a:t>• Test with new images</a:t>
            </a:r>
          </a:p>
          <a:p>
            <a:r>
              <a:t>• Predict disease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leaf image</a:t>
            </a:r>
          </a:p>
          <a:p>
            <a:r>
              <a:t>• Image preprocessing</a:t>
            </a:r>
          </a:p>
          <a:p>
            <a:r>
              <a:t>• Feature extraction</a:t>
            </a:r>
          </a:p>
          <a:p>
            <a:r>
              <a:t>• Model prediction</a:t>
            </a:r>
          </a:p>
          <a:p>
            <a:r>
              <a:t>• Display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detection</a:t>
            </a:r>
          </a:p>
          <a:p>
            <a:r>
              <a:t>• High accuracy</a:t>
            </a:r>
          </a:p>
          <a:p>
            <a:r>
              <a:t>• Saves time</a:t>
            </a:r>
          </a:p>
          <a:p>
            <a:r>
              <a:t>• Supports farmers</a:t>
            </a:r>
          </a:p>
          <a:p>
            <a:r>
              <a:t>• Low cost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agriculture</a:t>
            </a:r>
          </a:p>
          <a:p>
            <a:r>
              <a:t>• Crop monitoring</a:t>
            </a:r>
          </a:p>
          <a:p>
            <a:r>
              <a:t>• Mobile apps for farmers</a:t>
            </a:r>
          </a:p>
          <a:p>
            <a:r>
              <a:t>• Research 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Plant disease detection is useful</a:t>
            </a:r>
          </a:p>
          <a:p>
            <a:r>
              <a:t>• AI improves accuracy</a:t>
            </a:r>
          </a:p>
          <a:p>
            <a:r>
              <a:t>• Helps increase crop yield</a:t>
            </a:r>
          </a:p>
          <a:p>
            <a:r>
              <a:t>• Future scope is very 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