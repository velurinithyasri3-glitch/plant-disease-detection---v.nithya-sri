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Disease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Based Plant Disease Detection System</a:t>
            </a:r>
          </a:p>
          <a:p>
            <a:r>
              <a:t>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plant diseases using AI</a:t>
            </a:r>
          </a:p>
          <a:p>
            <a:r>
              <a:t>• Analyze leaf images</a:t>
            </a:r>
          </a:p>
          <a:p>
            <a:r>
              <a:t>• Help farmers &amp; students</a:t>
            </a:r>
          </a:p>
          <a:p>
            <a:r>
              <a:t>• Provide early disease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Plant diseases reduce crop yield</a:t>
            </a:r>
          </a:p>
          <a:p>
            <a:r>
              <a:t>• Manual detection is difficult</a:t>
            </a:r>
          </a:p>
          <a:p>
            <a:r>
              <a:t>• Requires expert knowledge</a:t>
            </a:r>
          </a:p>
          <a:p>
            <a:r>
              <a:t>• Need fast automated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Upload plant leaf image</a:t>
            </a:r>
          </a:p>
          <a:p>
            <a:r>
              <a:t>• AI model analyzes image</a:t>
            </a:r>
          </a:p>
          <a:p>
            <a:r>
              <a:t>• Detect disease type</a:t>
            </a:r>
          </a:p>
          <a:p>
            <a:r>
              <a:t>• Show confidence score</a:t>
            </a:r>
          </a:p>
          <a:p>
            <a:r>
              <a:t>• Suggest basic precautions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Image upload</a:t>
            </a:r>
          </a:p>
          <a:p>
            <a:r>
              <a:t>• AI image classification</a:t>
            </a:r>
          </a:p>
          <a:p>
            <a:r>
              <a:t>• Disease name output</a:t>
            </a:r>
          </a:p>
          <a:p>
            <a:r>
              <a:t>• Confidence percentage</a:t>
            </a:r>
          </a:p>
          <a:p>
            <a:r>
              <a:t>• History of scans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leaf photo</a:t>
            </a:r>
          </a:p>
          <a:p>
            <a:r>
              <a:t>2. Image preprocessing</a:t>
            </a:r>
          </a:p>
          <a:p>
            <a:r>
              <a:t>3. CNN model analyzes</a:t>
            </a:r>
          </a:p>
          <a:p>
            <a:r>
              <a:t>4. Disease predicted</a:t>
            </a:r>
          </a:p>
          <a:p>
            <a:r>
              <a:t>5. Result displayed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Resize image</a:t>
            </a:r>
          </a:p>
          <a:p>
            <a:r>
              <a:t>• Normalize pixels</a:t>
            </a:r>
          </a:p>
          <a:p>
            <a:r>
              <a:t>• Remove noise</a:t>
            </a:r>
          </a:p>
          <a:p>
            <a:r>
              <a:t>• Data augmentation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Convolutional Neural Network (CNN)</a:t>
            </a:r>
          </a:p>
          <a:p>
            <a:r>
              <a:t>• Trained on plant leaf dataset</a:t>
            </a:r>
          </a:p>
          <a:p>
            <a:r>
              <a:t>• Pattern recognition</a:t>
            </a:r>
          </a:p>
          <a:p>
            <a:r>
              <a:t>• Image feature extraction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PlantVillage dataset</a:t>
            </a:r>
          </a:p>
          <a:p>
            <a:r>
              <a:t>• Healthy &amp; diseased leaves</a:t>
            </a:r>
          </a:p>
          <a:p>
            <a:r>
              <a:t>• Multiple crop types</a:t>
            </a:r>
          </a:p>
          <a:p>
            <a:r>
              <a:t>• Labeled images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Home Page – upload image</a:t>
            </a:r>
          </a:p>
          <a:p>
            <a:r>
              <a:t>• Result Page – disease output</a:t>
            </a:r>
          </a:p>
          <a:p>
            <a:r>
              <a:t>• History Page – past scans</a:t>
            </a:r>
          </a:p>
          <a:p>
            <a:r>
              <a:t>• About Page – model info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 Page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Plant name</a:t>
            </a:r>
          </a:p>
          <a:p>
            <a:r>
              <a:t>• Disease detected</a:t>
            </a:r>
          </a:p>
          <a:p>
            <a:r>
              <a:t>• Confidence score</a:t>
            </a:r>
          </a:p>
          <a:p>
            <a:r>
              <a:t>• Risk level</a:t>
            </a:r>
          </a:p>
          <a:p>
            <a:r>
              <a:t>• Basic treatment tips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Web/App UI</a:t>
            </a:r>
          </a:p>
          <a:p>
            <a:r>
              <a:t>• Backend: Python</a:t>
            </a:r>
          </a:p>
          <a:p>
            <a:r>
              <a:t>• AI: TensorFlow / PyTorch</a:t>
            </a:r>
          </a:p>
          <a:p>
            <a:r>
              <a:t>• Database: Cloud / Local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detection</a:t>
            </a:r>
          </a:p>
          <a:p>
            <a:r>
              <a:t>• Easy to use</a:t>
            </a:r>
          </a:p>
          <a:p>
            <a:r>
              <a:t>• Supports farmers</a:t>
            </a:r>
          </a:p>
          <a:p>
            <a:r>
              <a:t>• Reduces crop loss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Needs clear images</a:t>
            </a:r>
          </a:p>
          <a:p>
            <a:r>
              <a:t>• Limited to trained diseases</a:t>
            </a:r>
          </a:p>
          <a:p>
            <a:r>
              <a:t>• Accuracy depends on dataset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 version</a:t>
            </a:r>
          </a:p>
          <a:p>
            <a:r>
              <a:t>• More crop types</a:t>
            </a:r>
          </a:p>
          <a:p>
            <a:r>
              <a:t>• Live camera detection</a:t>
            </a:r>
          </a:p>
          <a:p>
            <a:r>
              <a:t>• Treatment recommendation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Plant Disease Detector helps in</a:t>
            </a:r>
          </a:p>
          <a:p>
            <a:r>
              <a:t>early identification and prevention</a:t>
            </a:r>
          </a:p>
          <a:p>
            <a:r>
              <a:t>of crop diseases.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 Disease Detector Project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